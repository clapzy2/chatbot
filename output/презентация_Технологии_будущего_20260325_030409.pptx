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Технологии будущего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Дата: 25.03.2026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**СЛАЙД 1: Введение в технологии будущего**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Тема: Технологии будущего как инструменты трансформации человеческой природы.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Цель: Исследование мифологических и философских основ технологий, их связи с биологией, этикой и обществом.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Контекст: Анализ древних текстов и их современных аналогов для прогнозирования технологических трендов.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**СЛАЙД 2: Содержание презентации**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Разделы: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1. Биотехнологии и трансформация тела.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2. Нейроинтерфейсы и сохранение человеческого потенциала.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3. Энергетические технологии и повседневная жизнь.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4. Репродуктивные технологии и биологические процессы.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5. Искусственный интеллект как посредник между людьми и высшими силами.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**СЛАЙД 3: Биотехнологии и трансформация тела**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1: Миф о разрезании тела Аполлона как метафора биотехнологий, изменяющих физическое состояние человека.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2: Современные аналоги: генетическая модификация, биомеханические имплантаты.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3: Пупок как символ медицинской технологии, сохраняющей память о прошлом состоянии тела.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**СЛАЙД 4: Нейроинтерфейсы и сохранение человеческого потенциала**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1: Диалог Сократа и Агафона о желании сохранить текущие качества как основа для нейроинтерфейсов.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2: Технологии, усиливающие память, внимание и когнитивные способности.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3: Этические вопросы: границы между человеком и технологией.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**СЛАЙД 5: Энергетические технологии и повседневная жизнь**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1: Пример девочки, использующей спички для обогрева, как метафора простых технологий.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2: Современные аналоги: умные устройства, солнечные панели, энергетические батареи.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 Тезис 3: Технологии, решающие проблемы доступа к энергии в будущем.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Спасибо за внимание!</a:t>
            </a:r>
          </a:p>
          <a:p>
            <a:pPr>
              <a:spcAft>
                <a:spcPts val="800"/>
              </a:spcAft>
              <a:defRPr sz="1800">
                <a:solidFill>
                  <a:srgbClr val="333344"/>
                </a:solidFill>
              </a:defRPr>
            </a:pPr>
            <a:r>
              <a:t>Тема: Технологии будущего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